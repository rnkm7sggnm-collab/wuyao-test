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2b61c841814551" /><Relationship Type="http://schemas.openxmlformats.org/officeDocument/2006/relationships/extended-properties" Target="/docProps/app.xml" Id="R7f226af037a14a45" /><Relationship Type="http://schemas.openxmlformats.org/officeDocument/2006/relationships/officeDocument" Target="/ppt/presentation.xml" Id="Rc32bf16355854a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ace4af58b94585"/>
  </p:sldMasterIdLst>
  <p:notesMasterIdLst>
    <p:notesMasterId xmlns:r="http://schemas.openxmlformats.org/officeDocument/2006/relationships" r:id="R76deaddf96e74a35"/>
  </p:notesMasterIdLst>
  <p:sldIdLst>
    <p:sldId xmlns:r="http://schemas.openxmlformats.org/officeDocument/2006/relationships" id="256" r:id="R184b261cc5264cbb"/>
    <p:sldId xmlns:r="http://schemas.openxmlformats.org/officeDocument/2006/relationships" id="257" r:id="R251e0ec2cc18488b"/>
    <p:sldId xmlns:r="http://schemas.openxmlformats.org/officeDocument/2006/relationships" id="258" r:id="Rbf3f9e7d38054e2e"/>
    <p:sldId xmlns:r="http://schemas.openxmlformats.org/officeDocument/2006/relationships" id="259" r:id="Rcb9c5e1808834853"/>
    <p:sldId xmlns:r="http://schemas.openxmlformats.org/officeDocument/2006/relationships" id="260" r:id="R296d171a6fbc4915"/>
    <p:sldId xmlns:r="http://schemas.openxmlformats.org/officeDocument/2006/relationships" id="261" r:id="R548b1f0961824f1d"/>
    <p:sldId xmlns:r="http://schemas.openxmlformats.org/officeDocument/2006/relationships" id="262" r:id="Rfce3d66007964134"/>
    <p:sldId xmlns:r="http://schemas.openxmlformats.org/officeDocument/2006/relationships" id="263" r:id="R985ee85797f84fec"/>
    <p:sldId xmlns:r="http://schemas.openxmlformats.org/officeDocument/2006/relationships" id="264" r:id="Rbce453fe73224f36"/>
    <p:sldId xmlns:r="http://schemas.openxmlformats.org/officeDocument/2006/relationships" id="265" r:id="R6704f5395aaf461a"/>
    <p:sldId xmlns:r="http://schemas.openxmlformats.org/officeDocument/2006/relationships" id="266" r:id="R6e43746b9a7a40ee"/>
    <p:sldId xmlns:r="http://schemas.openxmlformats.org/officeDocument/2006/relationships" id="267" r:id="Ra44f9ef1ffee43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31da9125c1419b" /><Relationship Type="http://schemas.openxmlformats.org/officeDocument/2006/relationships/slideMaster" Target="/ppt/slideMasters/slideMaster1.xml" Id="R36ace4af58b94585" /><Relationship Type="http://schemas.openxmlformats.org/officeDocument/2006/relationships/notesMaster" Target="/ppt/notesMasters/notesMaster1.xml" Id="R76deaddf96e74a35" /><Relationship Type="http://schemas.openxmlformats.org/officeDocument/2006/relationships/presProps" Target="/ppt/presProps.xml" Id="R22ff409c82a34dc7" /><Relationship Type="http://schemas.openxmlformats.org/officeDocument/2006/relationships/tableStyles" Target="/ppt/tableStyles.xml" Id="R2f53b34be5d4459c" /><Relationship Type="http://schemas.openxmlformats.org/officeDocument/2006/relationships/slide" Target="/ppt/slides/slide1.xml" Id="R184b261cc5264cbb" /><Relationship Type="http://schemas.openxmlformats.org/officeDocument/2006/relationships/slide" Target="/ppt/slides/slide2.xml" Id="R251e0ec2cc18488b" /><Relationship Type="http://schemas.openxmlformats.org/officeDocument/2006/relationships/slide" Target="/ppt/slides/slide3.xml" Id="Rbf3f9e7d38054e2e" /><Relationship Type="http://schemas.openxmlformats.org/officeDocument/2006/relationships/slide" Target="/ppt/slides/slide4.xml" Id="Rcb9c5e1808834853" /><Relationship Type="http://schemas.openxmlformats.org/officeDocument/2006/relationships/slide" Target="/ppt/slides/slide5.xml" Id="R296d171a6fbc4915" /><Relationship Type="http://schemas.openxmlformats.org/officeDocument/2006/relationships/slide" Target="/ppt/slides/slide6.xml" Id="R548b1f0961824f1d" /><Relationship Type="http://schemas.openxmlformats.org/officeDocument/2006/relationships/slide" Target="/ppt/slides/slide7.xml" Id="Rfce3d66007964134" /><Relationship Type="http://schemas.openxmlformats.org/officeDocument/2006/relationships/slide" Target="/ppt/slides/slide8.xml" Id="R985ee85797f84fec" /><Relationship Type="http://schemas.openxmlformats.org/officeDocument/2006/relationships/slide" Target="/ppt/slides/slide9.xml" Id="Rbce453fe73224f36" /><Relationship Type="http://schemas.openxmlformats.org/officeDocument/2006/relationships/slide" Target="/ppt/slides/slide10.xml" Id="R6704f5395aaf461a" /><Relationship Type="http://schemas.openxmlformats.org/officeDocument/2006/relationships/slide" Target="/ppt/slides/slide11.xml" Id="R6e43746b9a7a40ee" /><Relationship Type="http://schemas.openxmlformats.org/officeDocument/2006/relationships/slide" Target="/ppt/slides/slide12.xml" Id="Ra44f9ef1ffee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e7df6267f14a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910d0fe77f40d4" /><Relationship Type="http://schemas.openxmlformats.org/officeDocument/2006/relationships/notesMaster" Target="/ppt/notesMasters/notesMaster1.xml" Id="R3b7a6bae79e74b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768766135b4ff7" /><Relationship Type="http://schemas.openxmlformats.org/officeDocument/2006/relationships/notesMaster" Target="/ppt/notesMasters/notesMaster1.xml" Id="R2d2b5a6a146241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a33d450b9142f1" /><Relationship Type="http://schemas.openxmlformats.org/officeDocument/2006/relationships/notesMaster" Target="/ppt/notesMasters/notesMaster1.xml" Id="Rabe1a77257e441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addf4c81d7448c" /><Relationship Type="http://schemas.openxmlformats.org/officeDocument/2006/relationships/notesMaster" Target="/ppt/notesMasters/notesMaster1.xml" Id="R8c5a336d2cd848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d25c8615bc4bdc" /><Relationship Type="http://schemas.openxmlformats.org/officeDocument/2006/relationships/notesMaster" Target="/ppt/notesMasters/notesMaster1.xml" Id="R2ac0c1258a5a4e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c5e6cb5777473c" /><Relationship Type="http://schemas.openxmlformats.org/officeDocument/2006/relationships/notesMaster" Target="/ppt/notesMasters/notesMaster1.xml" Id="Rea91eb6681ba44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ea7b970710449a" /><Relationship Type="http://schemas.openxmlformats.org/officeDocument/2006/relationships/notesMaster" Target="/ppt/notesMasters/notesMaster1.xml" Id="Rbe1ed1b2b2fb49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43e700e6aa416d" /><Relationship Type="http://schemas.openxmlformats.org/officeDocument/2006/relationships/notesMaster" Target="/ppt/notesMasters/notesMaster1.xml" Id="Rc75fed7a2b6043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325679466d482f" /><Relationship Type="http://schemas.openxmlformats.org/officeDocument/2006/relationships/notesMaster" Target="/ppt/notesMasters/notesMaster1.xml" Id="R22bcb19ea92446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9ea00b5b064465" /><Relationship Type="http://schemas.openxmlformats.org/officeDocument/2006/relationships/notesMaster" Target="/ppt/notesMasters/notesMaster1.xml" Id="R2456cbbd05274a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05b9165efc4cb3" /><Relationship Type="http://schemas.openxmlformats.org/officeDocument/2006/relationships/notesMaster" Target="/ppt/notesMasters/notesMaster1.xml" Id="R10330e9a7e3f4b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07894d429d42ef" /><Relationship Type="http://schemas.openxmlformats.org/officeDocument/2006/relationships/notesMaster" Target="/ppt/notesMasters/notesMaster1.xml" Id="R242ddd628c2e44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92b20918e41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3f2555ec544ea3" /><Relationship Type="http://schemas.openxmlformats.org/officeDocument/2006/relationships/slideLayout" Target="/ppt/slideLayouts/slideLayout1.xml" Id="Ra5f8bf55d0514e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f8bf55d0514e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0be9ef4bc4fe1" /><Relationship Type="http://schemas.openxmlformats.org/officeDocument/2006/relationships/notesSlide" Target="/ppt/notesSlides/notesSlide1.xml" Id="Rdf5abac3cdf042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132e43aeb4280" /><Relationship Type="http://schemas.openxmlformats.org/officeDocument/2006/relationships/notesSlide" Target="/ppt/notesSlides/notesSlide2.xml" Id="Ra50e0d7c74774c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55e0dc6ea405c" /><Relationship Type="http://schemas.openxmlformats.org/officeDocument/2006/relationships/notesSlide" Target="/ppt/notesSlides/notesSlide3.xml" Id="R4ea5f3e472de4a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d14c6c24340a6" /><Relationship Type="http://schemas.openxmlformats.org/officeDocument/2006/relationships/notesSlide" Target="/ppt/notesSlides/notesSlide4.xml" Id="R97b6f6f586734e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be63a87a64d83" /><Relationship Type="http://schemas.openxmlformats.org/officeDocument/2006/relationships/notesSlide" Target="/ppt/notesSlides/notesSlide5.xml" Id="R075dbabbbd7547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7cb35859a4077" /><Relationship Type="http://schemas.openxmlformats.org/officeDocument/2006/relationships/notesSlide" Target="/ppt/notesSlides/notesSlide6.xml" Id="Rd2984d95c5924d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1255a85514b4b" /><Relationship Type="http://schemas.openxmlformats.org/officeDocument/2006/relationships/notesSlide" Target="/ppt/notesSlides/notesSlide7.xml" Id="R5f3a05cf09fa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840a60a674573" /><Relationship Type="http://schemas.openxmlformats.org/officeDocument/2006/relationships/notesSlide" Target="/ppt/notesSlides/notesSlide8.xml" Id="R01ed5cfcded444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3c2c998aa4031" /><Relationship Type="http://schemas.openxmlformats.org/officeDocument/2006/relationships/notesSlide" Target="/ppt/notesSlides/notesSlide9.xml" Id="R8337877f426343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e2f68849f4fda" /><Relationship Type="http://schemas.openxmlformats.org/officeDocument/2006/relationships/notesSlide" Target="/ppt/notesSlides/notesSlide10.xml" Id="Rb82e70f461b143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8018150cb43af" /><Relationship Type="http://schemas.openxmlformats.org/officeDocument/2006/relationships/notesSlide" Target="/ppt/notesSlides/notesSlide11.xml" Id="Rb25a80e939fc44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2631390ee43d0" /><Relationship Type="http://schemas.openxmlformats.org/officeDocument/2006/relationships/notesSlide" Target="/ppt/notesSlides/notesSlide12.xml" Id="R61aa2ce5d0b04e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F7C85B-27D3-41C2-9D54-027844D8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雾窑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0E6C3-8F66-4AF5-A382-41C766D2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本土化封闭空间悬疑互动小游戏故事方案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1C0A0-3CA6-4F65-8ED3-9FC51026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1D2E5-0DBA-4C72-A53A-B410F55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暴雨封村  非遗老宅  旧案复仇  证物推理  多结局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C944D-2177-42D6-9098-21C4668A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9600"/>
            <a:ext cx="33337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7B834-2174-4285-9940-7E72F952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66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核心判断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BD8E-84BC-4FC3-BC42-D069F18D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以青瓷庄旧案为主线，吸收多模型中最适合游戏落地的封闭环境、作恶链、证物系统和结局分支。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1DEF7-BEF7-4638-8C01-1FC3702F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0E308-7FEA-42BD-9101-B3162928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26242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B7070E-B192-4479-B1DD-BC0106EE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多模型输入被压缩成一个可制作方案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47A50-4F3F-4D9D-8C22-E9ADB864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保留强创作价值，删掉重复和高风险借鉴痕迹。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330F1-756F-4EEB-A436-08EDF61E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611AC-7FA0-4FCE-A071-52BFEC29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5E79D-1E9F-4B6A-B95B-D46D06DB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C6AD0-BBA2-46FF-A60D-1501FA08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E0454-9416-4447-AF26-5E89AA44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主骨架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BBBF6-15B5-4124-9152-00D83DD1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00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青瓷庄、窑火旧案、失散之子复仇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69C9B-76C6-4A95-8A5B-B9F4BF2C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EE239-BA4A-4A1D-83B3-EDFD8B04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吸收元素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1F220-9664-4DBF-A9DB-E53F1F35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300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暴雨封闭、旧案作恶链、证物组合、隐藏秘密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AE033-8FF8-47EE-93BD-2BE43D09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63EE9-4ED3-4CEF-94BD-6809E48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弱化元素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39F90-09EB-4731-9A06-CF1E7FD3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300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童谣预言杀人、全员死亡、复杂密室、假死套路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9B093-F404-4A48-87E3-39517898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最终方向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DF94E-F333-4CE3-A72D-D4A4A12A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942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做成 30 至 60 分钟的简易互动悬疑游戏。玩家通过搜证、对话和推理选择，决定真相公开到什么程度。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C4DD5-2B5D-4C4C-B901-B7670531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FB339-55E0-4733-B7CD-03F8838D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37349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26836C-EC44-4051-A5AA-A1AA331A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玩家要解决的不是单纯命案，而是二十年前被埋掉的真相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A12C2-E1F5-40EC-BE95-761F759D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故事从一场文旅签约晚宴开始，逐步变成旧案审判。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1ED31-8689-4699-9031-3669DD4E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546E0-B319-43F1-8968-53A8B4DA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B5C24-CD81-415D-A445-09EE14A7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732B7-FEEF-4365-978B-4660615C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F8BAD-A8EF-4393-B821-217B3786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地点：南方山区半荒废古村“青瓷庄”。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02545-E41E-4A84-8BA2-F0125A50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D5823-406F-4B4D-8D5B-9705D710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封闭条件：暴雨、塌方、吊桥冲毁、断电断网。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7960E-DAD2-4B01-97D5-416A6CFB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F2BA8-4063-4814-99DC-AC35D6C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表面事件：文旅公司准备改造非遗民宿。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5F9C6-C5A9-4D63-BB0D-EB33EFC5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D9708-EF1F-4AE3-B6F9-8E6C4F7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真实矛盾：二十年前“窑火事故”其实是杀人毁证。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F05A8-76B3-4E3C-8C38-51D79F60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3889C-C6F8-4BEA-8A76-09BD3F57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玩家目标：活下来，查清旧案，阻止复仇继续。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BCD78-D022-4DE8-8B90-8301830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A3A8C-98A9-4FD2-AC5C-D2183F1D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8544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D64D92-A190-41EB-BA35-62B4CFB6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青瓷杯底的刻字代替童谣，降低抄袭感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FA426-A578-4942-8259-4CF4B73E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它们不是死亡预言，而是旧案线索。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FB3A4-B360-4C1D-8247-967F697E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A8B90-8A26-415C-B390-48BFF1D5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0159B-C07B-4DED-A3A3-1F2D233C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8286C-8D73-4D86-97BF-45CC1EB1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00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A9383-DDDD-4C7C-AB01-3FEB605E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火不是天灾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EE1A8-0D9B-4141-95A4-95941F74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00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AFC14-5D5A-45D0-B2EE-9D28C7CB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账本没有烧完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E8011-8336-4C31-828E-03036A2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00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C549D-823F-46F4-99C4-656F1ED0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尸检报告说谎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4B229-1B0E-4422-AA19-A47DC6C4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00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B49E3-A7A3-4256-9A28-C798FF0F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有人抱走了孩子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50598-F85A-40BF-9F67-E466B0CE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300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A2278-0629-4CEE-AC5D-907A1BFD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活人替死人闭嘴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56E19-AE8B-425B-BE9C-19202F59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00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49B8D-3F0E-466E-B016-1D4D2BB5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窑门还会再开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D8777-EFB5-4570-8156-78340923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设计价值：它保留“仪式感”，但功能上服务推理和证物对应，不机械复制经典孤岛审判结构。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0815D-7B28-41F3-B551-61F67CBB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3087D-06B2-43C0-8001-9D14C497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99511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3AF09-0940-4642-97F3-B1D8100A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人物关系围绕旧案责任链展开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C1BD2-6D9E-4C50-8599-EA3193D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每个角色都有公开身份、隐藏责任和游戏功能。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E0E5D-4128-47A4-896E-C842A420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1B2F2-9571-4935-A525-3C4E36C5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B5ECC-C503-40A7-BA75-DCCE84F2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36F74-E3B7-463F-B785-EE6401B3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林知夏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7E161-9DE4-43D9-9C0A-DB1F67AB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7167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玩家，外来编剧；父亲留下旧采访笔记。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1910C-C116-44B7-A845-02E48354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9C5D4-9D8A-40A9-8428-C0481A57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陆怀民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7C93E-CA06-44E1-B56F-E5348A06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7167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老村长；掩盖旧案并抱走孩子。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312E2-A8D8-44C6-A1C7-E07DD427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955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194FD-152D-47D4-88AB-3DFCFB54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周启明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986D5-5379-45C8-98B8-30897134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7182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文旅负责人；挪用公款并借火毁账。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74765-092E-4108-BA65-A8631570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D3CD9-97C4-4E38-B6D7-C2AAD845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527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陈伯远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1C0AB-16D9-493E-8043-DB0192B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7182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退休法医；伪造尸检结论。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212A5-F311-407C-B2AA-9E13BB88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957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7A8FD-CC9C-49E0-8AC0-C324902B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沈月娥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4D7F9-ACF0-49F9-A919-29CE924F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7197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女瓷匠；最大嫌疑人，实际幸存者。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35326-7B0E-4DC8-9699-3EA09520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5D16F-F676-44B5-9082-B65521B6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529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陆景川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43C45D-FF84-4E6F-B537-610A2E4B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7197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本地负责人；何青山之子，当前真凶。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F808B1-D1C2-4FF5-91BB-D5B0A0C6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958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69E2A-E5AA-4FDB-B860-50B46BB2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F6A90-50F5-4F00-8A08-B47B462E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039182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5C583D-A369-46A1-ACC8-B28DF1B9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二十年前的窑火事故，是所有命案的根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E9F27-4471-4A12-94A3-C3C6BF2C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旧案必须简单、残酷、能被玩家一步步拼出来。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A7E86-AD55-4ED6-9030-F1D0EA66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28292-8407-446D-9A7A-815F4BA5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D9882-69E5-44CF-9006-B6E77AF8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07262-6D37-4B05-9C51-657C7911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95908-950A-4C0D-9BBF-645784BA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何青山发现周启明挪用厂款，也发现陆怀民私卖老窑址利益。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FB722-11BF-47D9-BE0C-6426524C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F535C-43A7-465B-8740-2A16DB36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举报前夜，争执导致何青山死亡。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87EA6-34BF-4584-A4F8-8BA6A89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BA825-12C8-4A10-8E6E-6FCC85D6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涉案者点燃窑房，制造“窑火失控”的假象。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CAD4F-81A6-45AE-8E3A-41A75EA1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4FDA9-6AA2-49A9-8DDE-84DCC2DA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陈伯远把尸检写成意外烧亡，周启明借火毁账。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475CB-68DF-4344-8959-0E77C5BD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ED235-477B-4EAD-AD0A-CF9070AC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陆怀民抱走何青山的儿子，让他以陆景川身份长大。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34E37-94FC-4BC1-934E-AB48CF6E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90957-A11A-40D9-AA63-D483F04F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62859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BA0A86-9BBD-4D02-AC3C-A8CAC5F0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当前三起案件推动玩家逐步接近真相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93B94-8232-4FB6-95B0-B85CC9BE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每一案都揭开旧案的一层责任。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E600B-AE80-48A7-9672-AD9326A4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8F832-C437-44D3-9B68-BD515398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FA338-A5A9-420B-AFFF-425C5F3E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534A4-FB86-4D13-A454-DA44F1AF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8532D-CE6F-48F3-90E9-CCD55246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860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第一案：账房中毒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A1012-3EDA-4092-86EE-D960479B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28900"/>
            <a:ext cx="3009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周启明死亡，釉料粉末指向沈月娥；实际是陆景川栽赃。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836DF-B7EE-4EC2-9AB1-74CC32E2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82324-BA83-4A82-831A-2AB1C6AE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第二案：尸检报告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8A948-6316-4EF0-948D-C2F7DEDD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3009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陈伯远窒息，报告被改成“生前钝器伤”；旧案不再是火灾。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E0027-DBB2-4A8E-8008-619405A9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39235-7CA1-4C48-ADD7-FE9E8AFF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860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第三案：祠堂遗言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CED31-F2F0-47CD-9C49-DCD57593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28900"/>
            <a:ext cx="3009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陆怀民重伤，临死说“不是她，是孩子”；真正指向陆景川。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20CA0-2347-43E4-817F-F34925EE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节奏原则：不追求死亡数量，而让每一案服务旧案还原和嫌疑转移。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0334B-FCE5-44F0-82C6-D77D6EDD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DD388-1153-4713-A98F-6630C350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7692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16DC72-EBD2-48AF-82D7-4D23B297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核心推理链要让玩家觉得自己真的推出来了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F59F2-24F1-4026-99A1-39A3DBCA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所有关键结论都需要证物组合支撑。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8FF33-5661-4590-A7B0-57A03C21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3B34D-2941-4D42-8D0B-270B50D0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CF279-A611-4221-8671-28082A05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46B37-6E5F-4FA2-8A2F-8FACA13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8A591-1904-4315-8C8E-45DEEDF9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72C28-20F7-4DE7-A914-69BC8684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窑火不是天灾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1BAD8-B2E2-46D0-8BB1-71C0375F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242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89409-BF70-446E-BCE9-F405B2DE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47950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90F9D-6F01-4139-A918-C2F899DC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505C5-1E75-4817-8C64-C296C9A9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57550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何青山起火前已死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5238A-1666-4B05-8910-0137CF91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242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F5DD8-126A-4015-9204-230E6464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47950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6B3B5-C6B5-4FF8-BDF1-426BC055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6A1C3-A3D5-4AF4-864B-89F3BE5E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三名关键人物共同掩盖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F9BC8-59EA-4379-BF53-478A1E77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242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03ACB-5167-4DF3-9824-45824D03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47950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ED10F-F70D-4870-BC31-19A4360B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2CF7D-E721-4CE8-8B70-6207851C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57550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沈月娥被栽赃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209DB-D62E-439A-802C-34CF79B2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1242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36B67-2353-4C25-B145-7C2CF75A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47950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F4E8B-6FCE-4DA9-8FF7-ED183DF7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F0C2D-8890-4068-A002-B0F1E6A7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陆景川是何青山之子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A7EAD-5F59-41F3-9623-A880BCAC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19CE05-97D1-4EEA-B85C-46085DC2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47950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387101-94C5-49B2-94A6-95FF542A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2B3EA1-D6F6-445A-80B3-60D7CB5A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57550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当前命案是复仇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6BDF1F-C0D2-4FB3-BF24-CBC7F433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最终问题：真相应该交给法律和活人，还是继续交给火和仇恨？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E73ED1-F0F5-4F11-B20B-C8B4AA87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8F8B50-FE1F-4C7B-A879-0F69AB27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50554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C9DE9B-9984-4F47-A621-F4B14728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小游戏流程控制在六章内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CEF40-7A1D-443C-B56F-1A50748E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每章只有一个调查重点，方便做 Demo。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C8EE8-5E28-442C-88DD-17992B10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0F974-C117-4B39-A9AB-A82A5682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68BDE-5BCE-4497-B2BA-4EA700D3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07B06-55D4-473A-9431-D1A3D59C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5994B-1D1A-498F-B660-168B781D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抵达青瓷庄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4827B-A974-40FF-9FD0-F5159746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6F4FC-E93E-4CFE-9EA4-4888DE82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BDBB5-6F46-4959-A54D-A143E8FA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账房尸体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EC7CA-7400-4058-A4FD-48906D97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C5E1F-BB41-4355-A56B-0AE4B2A3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530D6-8E1B-487F-8172-59776E91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尸检报告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40926-6976-4CAE-87EA-CAE34F28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3FAE9-470A-4821-A30A-4E8AC8A8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1CFE8-83E8-4BB1-84FE-56249FDE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祠堂遗言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B7E85-7EEB-428F-9FC8-102FBA53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DF492-01C1-4703-B7B7-8DA73D39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84716-1603-4FE2-824F-B12D28B3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废窑暗格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EF561-F0A2-4376-B6BC-40C2B208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1957C-CC07-40DF-B8BE-1DBA1C78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A6B1D-EB39-498A-9BEF-C306280D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最后对质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9D5C3-3DFB-4E30-8D04-C2BD5D89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9AB1A-E73E-4CE8-89DE-74CB5646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章节结构从认识人物到最终证物出示，适合点击探索 + 对话 + 推理选择的轻量玩法。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22F0D-E1A2-4CC9-ACB8-D5C24604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FB3BD-8D5E-4164-8C74-4149CDB8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094195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941C6-D6A5-4C8F-B526-C3103A75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证物系统可以做得很轻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79AE2-F4B7-4B5B-893E-4E031679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用公开信息和隐藏秘密支撑重玩价值。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7F9DF-0744-49AF-890C-64BDF69A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828B5-0C94-4D1B-B59E-5B62E3F6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5F5E2-A87D-48A9-AD49-5424BBC8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16724-9383-4C0C-ADCB-5C3B6329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FD2A3-8796-4F67-BCD0-561E33B8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基础操作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6B11D-9F51-4684-B445-C60DDE9E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点击场景获得证物，与人物对话解锁隐藏信息。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6D8F9-5003-457D-AA6C-64A0290E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3D37A-2606-4E67-884B-418B9CE6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组合示例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ADAD4-57F3-4823-B644-2A6C5946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尸检报告 + 采访笔记 = 何青山不是烧死。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50F73-FA4C-4C3E-A8F3-35FAE9B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E141E-8BDC-4BB2-B6BE-C2BC464C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最终对质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B32D8-2F3A-43E1-BE6D-5A32403E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根据证物完整度选择指认、公开、包庇或逃离。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4542A-E6E0-441F-A4A5-F370792E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3C8BF-CDCC-4FCB-87D0-F2E39FA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核心证物：六只青瓷杯、烧焦账本、旧汇款单、录音笔、旧照片、出生证明、举报信、采访笔记。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92712-A1D8-4FFB-BBE6-42230184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D60F1-66C1-4143-B24F-998EFE99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第一版不要做复杂系统，先保证证物能推动剧情和结局分支。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D72EF-7557-4AD6-85DB-4148ED75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FB30F-2598-4110-8AB3-8D698393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21604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5C0592-C965-41BC-9AC4-90B29741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四个结局覆盖真相、误判、默许和失败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5156E-FBA5-48D3-93DC-3DBD6902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结局由证物完整度和最终选择共同决定。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14C78-9720-4B46-9918-F613B404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BF396-819D-4666-BFF3-5F93837D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630EB-5AA0-4DE9-A104-BE507FFE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8CC21-479F-42AD-A244-631900EB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A 真相公开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15E73-EFA4-4110-BA3F-2C48A936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阻止陆景川，旧案重查，废窑成为纪念空间。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CC60F-FA12-499F-80BD-CE349792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B 替罪羊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D9A15-1D3F-40D1-9A4B-A33D8B8A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沈月娥被误认凶手，陆景川离开，复仇未停。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B52F2-C8FB-4DD3-9BE8-276F772B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 复仇继续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B4F67-2DBB-4C26-90D5-41B4898F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玩家知道真凶但证据不足，真相再次被埋。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8F6E5-921B-4621-BC38-DAD9CB50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D 坏结局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63B30-C7B3-4F0A-8E3E-5E3F7FA3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连续推理失败，玩家被困在废窑。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CF41C-C7A4-4760-99B4-3A5694CE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8E0E6-AAFD-4A00-AAC1-D4B2FC60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93984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302D0B-1384-4415-9699-6853ADD4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下一步可以直接进入 Demo 拆分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64698-CDDF-4F18-A762-4781ED92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先把故事做成可玩流程，再扩写对白和场景文本。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1C9B9-6D1B-4360-BE99-2E7F8E8A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6A6EF-6E05-46B8-973E-F9E82F89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BE584-4477-4A44-884F-D9967F75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69F3B-FB48-44C5-AAEF-80B5A6EE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D1751-5324-4234-A8C3-D8E1A2F8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场景控制在 6 个：堂屋、账房、偏房、祠堂、瓷房、废窑。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86738-AB88-46A5-AD85-0DAC362C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69451-2545-42DD-A4D0-20DD8F30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NPC 保留 6 个，不再扩充人物。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FCD0D-5517-4479-BFA6-DDE55DE8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9A3AF-52C5-44C7-B791-B32BA0F1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优先做搜证、对话、证物组合和最终对质。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53C7F-0A61-4263-B18C-F6F5B349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C10B3-4E4A-4DB6-9F57-DC6224D4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避免童谣预言杀人和全员死亡，保留青瓷杯底线索。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C202B-A211-4E42-9D0F-45F935B9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67951-3EE9-4953-8CF6-C76F4958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主题落点：被地方沉默掩埋的真相，如何回到活人面前。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122C6-0971-420E-B7A5-D3A18F16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《雾窑》多模型融合整理稿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13D01-65AC-4314-8C7D-38B2D71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2014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2026-07-03T05:53:15.5630000Z</dcterms:created>
  <dcterms:modified xsi:type="dcterms:W3CDTF">2026-07-03T05:53:15.5630000Z</dcterms:modified>
</coreProperties>
</file>